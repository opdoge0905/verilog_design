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75B8"/>
    <a:srgbClr val="CC9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257" y="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009A80-F54C-439C-86A3-55F46DE3AEA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72084F-E20F-48B1-9E37-6366C816F8E6}" type="pres">
      <dgm:prSet presAssocID="{76009A80-F54C-439C-86A3-55F46DE3AEAE}" presName="Name0" presStyleCnt="0">
        <dgm:presLayoutVars>
          <dgm:dir/>
          <dgm:resizeHandles val="exact"/>
        </dgm:presLayoutVars>
      </dgm:prSet>
      <dgm:spPr/>
    </dgm:pt>
  </dgm:ptLst>
  <dgm:cxnLst>
    <dgm:cxn modelId="{131E8EEC-0D01-4FA3-9F07-B47825C0428E}" type="presOf" srcId="{76009A80-F54C-439C-86A3-55F46DE3AEAE}" destId="{5072084F-E20F-48B1-9E37-6366C816F8E6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042320-2912-1D25-0F68-97BE61803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676A5A-22D9-0A7A-3750-B64BF58E3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E02FFE-A191-7528-898F-63EAC81E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399420-F348-A6D6-1EBF-6C26EAE5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37F68C-DD55-5E1F-3D8A-100D33C9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2FDE3-8F6D-6C77-2EFD-40836FCD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85BFD2-931F-9BBE-679B-10E508D2A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4F3FC7-1278-6750-286F-CAE5F18D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B3D9B4-B11D-5331-3770-B7283A20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199C68-9FFD-9942-4CCF-2E9C7921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AD1F59-CB55-640A-31D1-32222D56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42B739-96F8-E0B6-4970-AE67A3859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886300-DACA-F8D2-0994-EA5DD95E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EF2E13-6A94-A8C5-5861-78FBA69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4FD8A4-9D24-41F4-CEA2-A82C969A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0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9C739-2C88-DB9E-62BB-C61677A1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5DB503-A318-D649-DF2C-B6CEC62B7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036295-9E58-11C9-0812-435D06D89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5E3CB9-ED09-28D9-CED6-87CA70EC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8E4899-0189-B356-6CDD-F360D260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2773DF-3869-D559-52D9-9F5A2730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6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23E4D-5288-777A-FD48-D1A628D0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DBA1D5-8F50-99C0-EFFC-9C63E955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91E4D0-ABC1-772A-45B8-B1BD8BC82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BAD107-94C3-5821-8901-2BF5BDF03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A2ED070-9FFA-211A-A739-F6D6A7DE8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8985364-9FEF-47ED-1400-7B32E2D7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8B3A86-1580-BF75-5BE6-BF0F55E0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15728DE-9B32-2863-0608-CDB581C5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65DE3-E933-59CC-21A7-6DD379A9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4800C62-B317-3BB4-E9D5-775F4E5C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21A5A3-47F2-0B08-255C-814E1AD6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10EADA-C554-B4D8-7D86-195553DD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9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378EE79-7084-D6FC-2F68-2626483B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500DB5C-05D5-54F8-0C1E-B596AA25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08A5CA-3CC5-029D-B654-64EFF22B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1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152FB6-B761-EDBB-6AEC-64D74073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AB9FD4-3779-1833-EBA2-C8192CC8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7BEEA4-5882-E177-38AC-E921766CC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3A0705-E19B-BE45-A8FF-71BE2BA7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DD112C-66F0-D9C2-1EFD-3BA8F72F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488D48-BB2E-F185-FFD9-37F443EA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9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201D8B-1593-43BB-6D8C-1BBCCD1C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530A56D-4229-F5BF-4D2F-DC6DCCB8F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987120F-EC32-A7F7-2CA1-6B830B420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270788-751B-8A85-B76A-EC71C4D9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EEA6D4-0A35-1F24-4B4C-06A9C846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D21AB5-2DC9-CB9F-8E33-A5DF2A4C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A91E81-E3E5-B113-E265-FC2958AE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309D02-B161-448F-9D7A-ECFAD53A5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0CAE4A-4C3B-B863-375C-02E33E82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5FCB89-43E8-A634-FDD4-B8B9D20A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CD1EC2-2984-EA8F-856B-CAC2A65F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6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D9F45F-4F8F-D2E6-27A4-40A83F6A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8D8E5F-7E6E-F774-6654-DB89DBD76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8827E3-2EFB-361B-F148-6222E31E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CACC1F-E400-C9BA-AB29-18A64B48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24764A-6E42-74E6-1A88-C8CF435E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7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B57F41-1818-D2EE-FE12-E497A0C4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BDA953-2C89-536F-657E-D5BCA6791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651BAB-BF7E-1049-AE52-EAE3E6CE0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909B3-66C7-427F-92E6-1D44998B1AE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A26106-47DA-70D5-AA86-A71D9930F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24FA6F-D5F8-D173-D077-3300299DF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9D52D-7D82-4D24-BAA2-C6B6E02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2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9D20A735-A3FB-026F-9236-3925C29D24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499" y="0"/>
            <a:ext cx="12965987" cy="672141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E8A5B5F-E300-E4EB-4C02-89CBFF467D6E}"/>
              </a:ext>
            </a:extLst>
          </p:cNvPr>
          <p:cNvSpPr/>
          <p:nvPr/>
        </p:nvSpPr>
        <p:spPr>
          <a:xfrm>
            <a:off x="210207" y="123290"/>
            <a:ext cx="11729545" cy="6598120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36E291BA-B4FE-9D0C-6D97-E5B8494C8F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685478"/>
              </p:ext>
            </p:extLst>
          </p:nvPr>
        </p:nvGraphicFramePr>
        <p:xfrm>
          <a:off x="676382" y="0"/>
          <a:ext cx="1083923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矩形: 剪去同側角落 11">
            <a:extLst>
              <a:ext uri="{FF2B5EF4-FFF2-40B4-BE49-F238E27FC236}">
                <a16:creationId xmlns:a16="http://schemas.microsoft.com/office/drawing/2014/main" id="{D64DCC01-0A2B-7841-10D4-365AEEDE55B3}"/>
              </a:ext>
            </a:extLst>
          </p:cNvPr>
          <p:cNvSpPr/>
          <p:nvPr/>
        </p:nvSpPr>
        <p:spPr>
          <a:xfrm rot="5400000">
            <a:off x="7883821" y="2462258"/>
            <a:ext cx="2311686" cy="839291"/>
          </a:xfrm>
          <a:prstGeom prst="snip2SameRect">
            <a:avLst>
              <a:gd name="adj1" fmla="val 45880"/>
              <a:gd name="adj2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MUX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2A1FDF-7B18-29A3-B765-BF9E288CAF9A}"/>
              </a:ext>
            </a:extLst>
          </p:cNvPr>
          <p:cNvSpPr/>
          <p:nvPr/>
        </p:nvSpPr>
        <p:spPr>
          <a:xfrm>
            <a:off x="6285186" y="3300248"/>
            <a:ext cx="746235" cy="7374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C68D9F-0DAB-D264-E4E0-B289A352D2A8}"/>
              </a:ext>
            </a:extLst>
          </p:cNvPr>
          <p:cNvSpPr/>
          <p:nvPr/>
        </p:nvSpPr>
        <p:spPr>
          <a:xfrm>
            <a:off x="6285186" y="4037747"/>
            <a:ext cx="746235" cy="7374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矩形: 剪去同側角落 17">
            <a:extLst>
              <a:ext uri="{FF2B5EF4-FFF2-40B4-BE49-F238E27FC236}">
                <a16:creationId xmlns:a16="http://schemas.microsoft.com/office/drawing/2014/main" id="{291325DA-98AB-564E-4E1D-69C33E4DF0E5}"/>
              </a:ext>
            </a:extLst>
          </p:cNvPr>
          <p:cNvSpPr/>
          <p:nvPr/>
        </p:nvSpPr>
        <p:spPr>
          <a:xfrm rot="5400000">
            <a:off x="4122004" y="1914835"/>
            <a:ext cx="1285155" cy="1065263"/>
          </a:xfrm>
          <a:prstGeom prst="snip2SameRect">
            <a:avLst>
              <a:gd name="adj1" fmla="val 45880"/>
              <a:gd name="adj2" fmla="val 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剪去同側角落 18">
            <a:extLst>
              <a:ext uri="{FF2B5EF4-FFF2-40B4-BE49-F238E27FC236}">
                <a16:creationId xmlns:a16="http://schemas.microsoft.com/office/drawing/2014/main" id="{39276D2A-CF5D-0BA1-82F0-59764DE79C42}"/>
              </a:ext>
            </a:extLst>
          </p:cNvPr>
          <p:cNvSpPr/>
          <p:nvPr/>
        </p:nvSpPr>
        <p:spPr>
          <a:xfrm rot="5400000">
            <a:off x="3947517" y="3200551"/>
            <a:ext cx="1025001" cy="1674391"/>
          </a:xfrm>
          <a:prstGeom prst="snip2SameRect">
            <a:avLst>
              <a:gd name="adj1" fmla="val 43829"/>
              <a:gd name="adj2" fmla="val 0"/>
            </a:avLst>
          </a:prstGeom>
          <a:solidFill>
            <a:srgbClr val="CC96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MULTIPLIER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959F0B-EF7E-DEAA-5FAA-C3226F4F4362}"/>
              </a:ext>
            </a:extLst>
          </p:cNvPr>
          <p:cNvSpPr/>
          <p:nvPr/>
        </p:nvSpPr>
        <p:spPr>
          <a:xfrm>
            <a:off x="4391463" y="5083527"/>
            <a:ext cx="1704537" cy="6341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SHIFTER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1BB959-2876-6D43-A7F1-3379C86C1F01}"/>
              </a:ext>
            </a:extLst>
          </p:cNvPr>
          <p:cNvSpPr/>
          <p:nvPr/>
        </p:nvSpPr>
        <p:spPr>
          <a:xfrm>
            <a:off x="5605408" y="719983"/>
            <a:ext cx="1804385" cy="737499"/>
          </a:xfrm>
          <a:prstGeom prst="rect">
            <a:avLst/>
          </a:prstGeom>
          <a:solidFill>
            <a:srgbClr val="EF75B8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ALU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CONTROL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76855E-F22F-CC38-E5E2-4B7860204631}"/>
              </a:ext>
            </a:extLst>
          </p:cNvPr>
          <p:cNvSpPr/>
          <p:nvPr/>
        </p:nvSpPr>
        <p:spPr>
          <a:xfrm>
            <a:off x="1870841" y="388883"/>
            <a:ext cx="9028387" cy="560201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4DBDDB-3CD6-26F3-532C-AF8B6FB72386}"/>
              </a:ext>
            </a:extLst>
          </p:cNvPr>
          <p:cNvSpPr txBox="1"/>
          <p:nvPr/>
        </p:nvSpPr>
        <p:spPr>
          <a:xfrm>
            <a:off x="4909425" y="6040024"/>
            <a:ext cx="2373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TESTBENCH</a:t>
            </a:r>
            <a:endParaRPr lang="en-US" sz="3600" dirty="0"/>
          </a:p>
        </p:txBody>
      </p: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B43A72CC-141C-E87D-5225-9B44DC42F10D}"/>
              </a:ext>
            </a:extLst>
          </p:cNvPr>
          <p:cNvCxnSpPr>
            <a:cxnSpLocks/>
          </p:cNvCxnSpPr>
          <p:nvPr/>
        </p:nvCxnSpPr>
        <p:spPr>
          <a:xfrm>
            <a:off x="2154621" y="830317"/>
            <a:ext cx="3450787" cy="36786"/>
          </a:xfrm>
          <a:prstGeom prst="bentConnector3">
            <a:avLst>
              <a:gd name="adj1" fmla="val 50000"/>
            </a:avLst>
          </a:prstGeom>
          <a:ln w="28575">
            <a:solidFill>
              <a:srgbClr val="EF7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17D1AF34-EB7D-1FFC-36D5-E47D98A36F66}"/>
              </a:ext>
            </a:extLst>
          </p:cNvPr>
          <p:cNvCxnSpPr>
            <a:cxnSpLocks/>
          </p:cNvCxnSpPr>
          <p:nvPr/>
        </p:nvCxnSpPr>
        <p:spPr>
          <a:xfrm>
            <a:off x="7409793" y="1088732"/>
            <a:ext cx="1471448" cy="634343"/>
          </a:xfrm>
          <a:prstGeom prst="bentConnector3">
            <a:avLst>
              <a:gd name="adj1" fmla="val 100000"/>
            </a:avLst>
          </a:prstGeom>
          <a:ln w="28575">
            <a:solidFill>
              <a:srgbClr val="EF7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955269FF-E7FA-48EB-5FEC-C1F35AFCF3E2}"/>
              </a:ext>
            </a:extLst>
          </p:cNvPr>
          <p:cNvCxnSpPr>
            <a:cxnSpLocks/>
          </p:cNvCxnSpPr>
          <p:nvPr/>
        </p:nvCxnSpPr>
        <p:spPr>
          <a:xfrm rot="5400000">
            <a:off x="4348127" y="2881366"/>
            <a:ext cx="3571016" cy="747931"/>
          </a:xfrm>
          <a:prstGeom prst="bentConnector3">
            <a:avLst>
              <a:gd name="adj1" fmla="val 50000"/>
            </a:avLst>
          </a:prstGeom>
          <a:ln w="28575">
            <a:solidFill>
              <a:srgbClr val="EF7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44D8C5E0-969B-DEF3-D492-504E1FB79B58}"/>
              </a:ext>
            </a:extLst>
          </p:cNvPr>
          <p:cNvCxnSpPr>
            <a:cxnSpLocks/>
          </p:cNvCxnSpPr>
          <p:nvPr/>
        </p:nvCxnSpPr>
        <p:spPr>
          <a:xfrm rot="5400000">
            <a:off x="4142972" y="1683260"/>
            <a:ext cx="2090478" cy="1593495"/>
          </a:xfrm>
          <a:prstGeom prst="bentConnector3">
            <a:avLst>
              <a:gd name="adj1" fmla="val 82177"/>
            </a:avLst>
          </a:prstGeom>
          <a:ln w="28575">
            <a:solidFill>
              <a:srgbClr val="EF7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接點: 肘形 39">
            <a:extLst>
              <a:ext uri="{FF2B5EF4-FFF2-40B4-BE49-F238E27FC236}">
                <a16:creationId xmlns:a16="http://schemas.microsoft.com/office/drawing/2014/main" id="{74843484-82F9-CD0B-7B5E-466F228C5810}"/>
              </a:ext>
            </a:extLst>
          </p:cNvPr>
          <p:cNvCxnSpPr>
            <a:cxnSpLocks/>
          </p:cNvCxnSpPr>
          <p:nvPr/>
        </p:nvCxnSpPr>
        <p:spPr>
          <a:xfrm flipV="1">
            <a:off x="4473538" y="1038532"/>
            <a:ext cx="1120858" cy="750050"/>
          </a:xfrm>
          <a:prstGeom prst="bentConnector3">
            <a:avLst>
              <a:gd name="adj1" fmla="val 302"/>
            </a:avLst>
          </a:prstGeom>
          <a:ln w="28575">
            <a:solidFill>
              <a:srgbClr val="EF7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885A8CAA-309B-9D6F-C108-C93FE789CF4A}"/>
              </a:ext>
            </a:extLst>
          </p:cNvPr>
          <p:cNvCxnSpPr>
            <a:cxnSpLocks/>
          </p:cNvCxnSpPr>
          <p:nvPr/>
        </p:nvCxnSpPr>
        <p:spPr>
          <a:xfrm>
            <a:off x="429227" y="848710"/>
            <a:ext cx="1441614" cy="12700"/>
          </a:xfrm>
          <a:prstGeom prst="bentConnector3">
            <a:avLst>
              <a:gd name="adj1" fmla="val 50000"/>
            </a:avLst>
          </a:prstGeom>
          <a:ln w="28575">
            <a:solidFill>
              <a:srgbClr val="EF75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1831C4DC-952C-5EF2-51B8-A40ACDCA3548}"/>
              </a:ext>
            </a:extLst>
          </p:cNvPr>
          <p:cNvCxnSpPr>
            <a:cxnSpLocks/>
          </p:cNvCxnSpPr>
          <p:nvPr/>
        </p:nvCxnSpPr>
        <p:spPr>
          <a:xfrm>
            <a:off x="1849818" y="2111136"/>
            <a:ext cx="2382132" cy="363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接點: 肘形 49">
            <a:extLst>
              <a:ext uri="{FF2B5EF4-FFF2-40B4-BE49-F238E27FC236}">
                <a16:creationId xmlns:a16="http://schemas.microsoft.com/office/drawing/2014/main" id="{743F04CB-31F8-8FCB-03D2-DD6EF2D601AA}"/>
              </a:ext>
            </a:extLst>
          </p:cNvPr>
          <p:cNvCxnSpPr>
            <a:cxnSpLocks/>
          </p:cNvCxnSpPr>
          <p:nvPr/>
        </p:nvCxnSpPr>
        <p:spPr>
          <a:xfrm>
            <a:off x="1870841" y="2991966"/>
            <a:ext cx="2326021" cy="1270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EB0B5D62-3031-B630-B66A-9197B6E871BC}"/>
              </a:ext>
            </a:extLst>
          </p:cNvPr>
          <p:cNvCxnSpPr>
            <a:cxnSpLocks/>
          </p:cNvCxnSpPr>
          <p:nvPr/>
        </p:nvCxnSpPr>
        <p:spPr>
          <a:xfrm flipV="1">
            <a:off x="5297213" y="4025227"/>
            <a:ext cx="987973" cy="616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8B237F32-4F7F-12CF-C053-7DAB4B3CEBFA}"/>
              </a:ext>
            </a:extLst>
          </p:cNvPr>
          <p:cNvCxnSpPr>
            <a:cxnSpLocks/>
          </p:cNvCxnSpPr>
          <p:nvPr/>
        </p:nvCxnSpPr>
        <p:spPr>
          <a:xfrm flipV="1">
            <a:off x="7031421" y="2794659"/>
            <a:ext cx="1588597" cy="923180"/>
          </a:xfrm>
          <a:prstGeom prst="bentConnector3">
            <a:avLst>
              <a:gd name="adj1" fmla="val 3015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31E4A4BF-0395-54DD-DB52-1ADD3E57A403}"/>
              </a:ext>
            </a:extLst>
          </p:cNvPr>
          <p:cNvCxnSpPr>
            <a:cxnSpLocks/>
          </p:cNvCxnSpPr>
          <p:nvPr/>
        </p:nvCxnSpPr>
        <p:spPr>
          <a:xfrm flipV="1">
            <a:off x="7023536" y="3034654"/>
            <a:ext cx="1596482" cy="14137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接點: 肘形 57">
            <a:extLst>
              <a:ext uri="{FF2B5EF4-FFF2-40B4-BE49-F238E27FC236}">
                <a16:creationId xmlns:a16="http://schemas.microsoft.com/office/drawing/2014/main" id="{DFDDA2DE-5960-25DC-3238-BE1ACB3C7214}"/>
              </a:ext>
            </a:extLst>
          </p:cNvPr>
          <p:cNvCxnSpPr>
            <a:cxnSpLocks/>
          </p:cNvCxnSpPr>
          <p:nvPr/>
        </p:nvCxnSpPr>
        <p:spPr>
          <a:xfrm flipV="1">
            <a:off x="6096000" y="3251121"/>
            <a:ext cx="2520622" cy="2169612"/>
          </a:xfrm>
          <a:prstGeom prst="bentConnector3">
            <a:avLst>
              <a:gd name="adj1" fmla="val 8252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接點: 肘形 60">
            <a:extLst>
              <a:ext uri="{FF2B5EF4-FFF2-40B4-BE49-F238E27FC236}">
                <a16:creationId xmlns:a16="http://schemas.microsoft.com/office/drawing/2014/main" id="{C8021689-CEF2-7AC5-466C-845FB0B25ACF}"/>
              </a:ext>
            </a:extLst>
          </p:cNvPr>
          <p:cNvCxnSpPr>
            <a:cxnSpLocks/>
          </p:cNvCxnSpPr>
          <p:nvPr/>
        </p:nvCxnSpPr>
        <p:spPr>
          <a:xfrm>
            <a:off x="9440918" y="2794659"/>
            <a:ext cx="1492469" cy="127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5C67508-B246-098F-E56F-BB90809938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83703" y="2856462"/>
            <a:ext cx="3179626" cy="1635894"/>
          </a:xfrm>
          <a:prstGeom prst="bentConnector3">
            <a:avLst>
              <a:gd name="adj1" fmla="val 9958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F6857864-4890-25F2-18AE-92B7963988B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03798" y="3319615"/>
            <a:ext cx="2640056" cy="1921693"/>
          </a:xfrm>
          <a:prstGeom prst="bentConnector3">
            <a:avLst>
              <a:gd name="adj1" fmla="val 9896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接點: 肘形 68">
            <a:extLst>
              <a:ext uri="{FF2B5EF4-FFF2-40B4-BE49-F238E27FC236}">
                <a16:creationId xmlns:a16="http://schemas.microsoft.com/office/drawing/2014/main" id="{2807690D-7859-B0E1-AC5D-C1D5F378E82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52221" y="3399695"/>
            <a:ext cx="1496823" cy="629855"/>
          </a:xfrm>
          <a:prstGeom prst="bentConnector3">
            <a:avLst>
              <a:gd name="adj1" fmla="val 9985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CC5CE570-399B-654B-D954-B76C2C9CD3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48151" y="2808718"/>
            <a:ext cx="1632540" cy="315858"/>
          </a:xfrm>
          <a:prstGeom prst="bentConnector3">
            <a:avLst>
              <a:gd name="adj1" fmla="val 10021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5014F76C-08C9-5C2F-793E-E202F102D85B}"/>
              </a:ext>
            </a:extLst>
          </p:cNvPr>
          <p:cNvCxnSpPr>
            <a:cxnSpLocks/>
          </p:cNvCxnSpPr>
          <p:nvPr/>
        </p:nvCxnSpPr>
        <p:spPr>
          <a:xfrm>
            <a:off x="5276190" y="2504955"/>
            <a:ext cx="3340432" cy="860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接點: 肘形 78">
            <a:extLst>
              <a:ext uri="{FF2B5EF4-FFF2-40B4-BE49-F238E27FC236}">
                <a16:creationId xmlns:a16="http://schemas.microsoft.com/office/drawing/2014/main" id="{AA921AC6-E33F-499B-3837-9564831EB0C3}"/>
              </a:ext>
            </a:extLst>
          </p:cNvPr>
          <p:cNvCxnSpPr>
            <a:cxnSpLocks/>
          </p:cNvCxnSpPr>
          <p:nvPr/>
        </p:nvCxnSpPr>
        <p:spPr>
          <a:xfrm>
            <a:off x="967273" y="2130756"/>
            <a:ext cx="932468" cy="1270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1299A572-76D9-6629-C4E7-AACEB75DE68C}"/>
              </a:ext>
            </a:extLst>
          </p:cNvPr>
          <p:cNvCxnSpPr>
            <a:cxnSpLocks/>
          </p:cNvCxnSpPr>
          <p:nvPr/>
        </p:nvCxnSpPr>
        <p:spPr>
          <a:xfrm>
            <a:off x="907167" y="2985616"/>
            <a:ext cx="932468" cy="1270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2BE06455-D56C-E5FF-28E5-87CDDDB15013}"/>
              </a:ext>
            </a:extLst>
          </p:cNvPr>
          <p:cNvCxnSpPr/>
          <p:nvPr/>
        </p:nvCxnSpPr>
        <p:spPr>
          <a:xfrm>
            <a:off x="907167" y="3909848"/>
            <a:ext cx="172041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683473A2-A094-E1B9-B84F-41C2F137A37B}"/>
              </a:ext>
            </a:extLst>
          </p:cNvPr>
          <p:cNvCxnSpPr/>
          <p:nvPr/>
        </p:nvCxnSpPr>
        <p:spPr>
          <a:xfrm flipV="1">
            <a:off x="2627586" y="1257510"/>
            <a:ext cx="2977822" cy="2652338"/>
          </a:xfrm>
          <a:prstGeom prst="bentConnector3">
            <a:avLst>
              <a:gd name="adj1" fmla="val 23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接點: 肘形 86">
            <a:extLst>
              <a:ext uri="{FF2B5EF4-FFF2-40B4-BE49-F238E27FC236}">
                <a16:creationId xmlns:a16="http://schemas.microsoft.com/office/drawing/2014/main" id="{7AEF46FD-9269-9CDB-8DC1-506289BE4D37}"/>
              </a:ext>
            </a:extLst>
          </p:cNvPr>
          <p:cNvCxnSpPr>
            <a:cxnSpLocks/>
          </p:cNvCxnSpPr>
          <p:nvPr/>
        </p:nvCxnSpPr>
        <p:spPr>
          <a:xfrm>
            <a:off x="2593427" y="3922189"/>
            <a:ext cx="1001656" cy="388913"/>
          </a:xfrm>
          <a:prstGeom prst="bentConnector3">
            <a:avLst>
              <a:gd name="adj1" fmla="val 593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2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</Words>
  <Application>Microsoft Office PowerPoint</Application>
  <PresentationFormat>寬螢幕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Doki .</dc:creator>
  <cp:lastModifiedBy>Doki .</cp:lastModifiedBy>
  <cp:revision>1</cp:revision>
  <dcterms:created xsi:type="dcterms:W3CDTF">2026-05-14T14:44:12Z</dcterms:created>
  <dcterms:modified xsi:type="dcterms:W3CDTF">2026-05-14T15:04:26Z</dcterms:modified>
</cp:coreProperties>
</file>